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Konuşmacı notu: süreyi kısa tut.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Sprint Değerlendirmesi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22 Ekim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Yapılanlar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Login ekranı bitti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Görüntüleyici eklentisi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0" y="3200400"/>
            <a:ext cx="2286000" cy="1097280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Görev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Durum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API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Tamam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2026-10-22T17:01:09Z</dcterms:created>
  <dcterms:modified xsi:type="dcterms:W3CDTF">2026-10-22T17:01:09Z</dcterms:modified>
</cp:coreProperties>
</file>